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3757" y="6125375"/>
            <a:ext cx="14874547" cy="8650290"/>
          </a:xfrm>
          <a:custGeom>
            <a:avLst/>
            <a:gdLst/>
            <a:ahLst/>
            <a:cxnLst/>
            <a:rect r="r" b="b" t="t" l="l"/>
            <a:pathLst>
              <a:path h="8650290" w="14874547">
                <a:moveTo>
                  <a:pt x="0" y="0"/>
                </a:moveTo>
                <a:lnTo>
                  <a:pt x="14874546" y="0"/>
                </a:lnTo>
                <a:lnTo>
                  <a:pt x="14874546" y="8650290"/>
                </a:lnTo>
                <a:lnTo>
                  <a:pt x="0" y="865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46949" y="4246626"/>
            <a:ext cx="17356572" cy="10184495"/>
          </a:xfrm>
          <a:custGeom>
            <a:avLst/>
            <a:gdLst/>
            <a:ahLst/>
            <a:cxnLst/>
            <a:rect r="r" b="b" t="t" l="l"/>
            <a:pathLst>
              <a:path h="10184495" w="17356572">
                <a:moveTo>
                  <a:pt x="0" y="0"/>
                </a:moveTo>
                <a:lnTo>
                  <a:pt x="17356573" y="0"/>
                </a:lnTo>
                <a:lnTo>
                  <a:pt x="17356573" y="10184495"/>
                </a:lnTo>
                <a:lnTo>
                  <a:pt x="0" y="10184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9" t="0" r="-449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099729" y="3983785"/>
            <a:ext cx="18174633" cy="10320430"/>
          </a:xfrm>
          <a:custGeom>
            <a:avLst/>
            <a:gdLst/>
            <a:ahLst/>
            <a:cxnLst/>
            <a:rect r="r" b="b" t="t" l="l"/>
            <a:pathLst>
              <a:path h="10320430" w="18174633">
                <a:moveTo>
                  <a:pt x="0" y="0"/>
                </a:moveTo>
                <a:lnTo>
                  <a:pt x="18174633" y="0"/>
                </a:lnTo>
                <a:lnTo>
                  <a:pt x="18174633" y="10320430"/>
                </a:lnTo>
                <a:lnTo>
                  <a:pt x="0" y="10320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7" t="0" r="-129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4292617"/>
            <a:ext cx="18134828" cy="10154850"/>
          </a:xfrm>
          <a:custGeom>
            <a:avLst/>
            <a:gdLst/>
            <a:ahLst/>
            <a:cxnLst/>
            <a:rect r="r" b="b" t="t" l="l"/>
            <a:pathLst>
              <a:path h="10154850" w="18134828">
                <a:moveTo>
                  <a:pt x="0" y="0"/>
                </a:moveTo>
                <a:lnTo>
                  <a:pt x="18134828" y="0"/>
                </a:lnTo>
                <a:lnTo>
                  <a:pt x="18134828" y="10154850"/>
                </a:lnTo>
                <a:lnTo>
                  <a:pt x="0" y="10154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" t="0" r="-146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DAHWz9PknTY</dc:identifier>
  <dcterms:modified xsi:type="dcterms:W3CDTF">2011-08-01T06:04:30Z</dcterms:modified>
  <cp:revision>1</cp:revision>
  <dc:title>FacturaYA - Sistema de Facturación y ERP.pdf</dc:title>
</cp:coreProperties>
</file>